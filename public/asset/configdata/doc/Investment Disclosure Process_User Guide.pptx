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6" r:id="rId4"/>
  </p:sldMasterIdLst>
  <p:notesMasterIdLst>
    <p:notesMasterId r:id="rId15"/>
  </p:notesMasterIdLst>
  <p:sldIdLst>
    <p:sldId id="400" r:id="rId5"/>
    <p:sldId id="4984" r:id="rId6"/>
    <p:sldId id="4993" r:id="rId7"/>
    <p:sldId id="4985" r:id="rId8"/>
    <p:sldId id="4986" r:id="rId9"/>
    <p:sldId id="4987" r:id="rId10"/>
    <p:sldId id="4988" r:id="rId11"/>
    <p:sldId id="4989" r:id="rId12"/>
    <p:sldId id="4990" r:id="rId13"/>
    <p:sldId id="49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CAEDFB"/>
    <a:srgbClr val="72E2D8"/>
    <a:srgbClr val="0000FF"/>
    <a:srgbClr val="33CCFF"/>
    <a:srgbClr val="FFFFCC"/>
    <a:srgbClr val="66FFFF"/>
    <a:srgbClr val="000099"/>
    <a:srgbClr val="00CC66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CB3F2-A05F-276D-DB3D-67245184C6F0}" v="119" dt="2026-07-17T10:08:59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206" autoAdjust="0"/>
  </p:normalViewPr>
  <p:slideViewPr>
    <p:cSldViewPr snapToGrid="0">
      <p:cViewPr varScale="1">
        <p:scale>
          <a:sx n="71" d="100"/>
          <a:sy n="71" d="100"/>
        </p:scale>
        <p:origin x="3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7439-D1EA-460D-A4DD-4765E601D383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F4A66-1CA2-4B6A-A322-8BFAC9C6F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CA6D0-512E-CFC2-89E7-A64277B7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7B64D-EF40-DA58-9B4E-BD241DB36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DB638-2545-4274-C5FF-D47C7D35D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9CBFC-AF1C-8766-2403-EFF904B81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81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BD3F9-D3E1-6709-8B3D-80ADDC6D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7D819-465A-3949-7EB4-21ACB243D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F6E72-5569-838F-E9F5-4C09F4269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ECB1-E6DA-8DDA-0365-758669727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03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A37D-61F7-D1B8-8379-3ACBD11FE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83D45-0B05-CF1F-597E-1BB137E05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FBC86-E139-A9F4-4B7D-17B925D15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1A86-7D98-945A-5840-033F29805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25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01F8-2960-A992-F98F-245B3AE3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2A58D-C771-E87E-EE96-23AC0B22F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63467-1647-3F9D-15EC-0656BD893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A3366-D0B7-017F-DB35-740E22A20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37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A38BF-311C-6C23-CC37-89FC528A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03B67-0B40-64C3-2A4D-968EDC628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2C1AF-BD8E-3790-DC3E-A334FA430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9E65E-F101-700A-70D6-A3AB58C60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36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B937-AEB7-2F1C-88EA-D16B21EE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9F307-2912-9769-C3D4-E557A9B99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1C7F0-571B-99B2-9B78-9E30A025D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735D2-EDB9-B44C-199A-277F7C77B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71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B744C-712A-3DB0-B9BD-AFDEB8274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A689A-7AF1-2FB3-6AB4-9D4DA047E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95072-044E-AFB5-B1A2-DE1BC1C5A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69990-CD9C-ADB2-2C3A-FCB7B834E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01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77B3-B0D4-E9ED-F0EE-A3EE6AE6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9E415-36FC-36D3-BB91-FA198180F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E0CDC-42EB-C497-2738-D6E3F15CA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260B1-A1C5-C7F2-915F-31E396204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80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EC8A8-E964-1EAE-0E75-021F3D72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4873C-29ED-42D1-B799-DD29A0680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9D48-17E4-884C-4F16-035DAB08C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68862-6882-E120-EE83-020B6ED4F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A66-1CA2-4B6A-A322-8BFAC9C6FB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80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A2440-2C09-45AB-95F3-D30FB2247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08A3E-B92C-471B-88E3-DD30302C8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7DCD0-BCDD-4698-B8AE-DCF69A33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01C18-435B-4979-9FB3-FBA6C311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D3144-DD16-4D03-81C7-7573DE0E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20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A1DC-16FB-4F16-A690-5A36DAE9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6D37-F3C4-4C3C-AEE4-4B0FF7484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3E36C-8E3A-431A-B9FC-762F4AF7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3EB0F-C13F-4C71-9E36-59A4ED6F8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2CAB2-279F-49E9-93FA-37203AD5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440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70F7C-1CAC-4428-98A3-42B08B58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F2C5D-68D1-4309-B220-BCECEBB67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7B02A-9103-4906-8E4E-FA6BBF03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EB4F2-23B9-4F4B-B276-FB7C085D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40571-FE6E-4661-B12A-76F8B895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7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A105-D9D1-45F4-A895-F6A90869C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30BC2-487D-420F-9CB9-84A08410B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37C2C-35B8-4EDC-A79E-3B39423C1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E039F-0465-46F3-924F-B9C84FCB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D01ED-708C-45BC-AEC8-10EE3D44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B4CF8-C4EB-47DC-9A5D-A852D7CD5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0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7220-56E5-4042-8125-2B9FD134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9169E-A2FA-4203-9C43-1715938AF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3E3CA-1375-4403-83DD-FBD50FD74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148E0-3EDC-4C2D-89FB-7CB63C83E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3EBBE-DCD6-4E5E-8B3C-0AE104E363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A8947-A9F0-4FF8-BAEA-0CFCC570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CC48F-D6F0-4929-95AA-5894FA3F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C09B0-E03A-40D8-812D-20CCE68E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30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E700-CFFC-4551-AA28-0E993CF3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7D592-6AF9-48C0-917C-93CB0122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43A74-A9D8-4C71-A9C3-C4ED95ED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F063B-F529-4D90-B6D5-2C788ABDA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64D5F-1065-460E-A0BB-5F141529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4317A-2A56-4FB9-8F3E-E017C1C1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853BA-6B20-4803-992D-787F5F2E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F3C58-E6AD-4A4D-90CD-10A1FD172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31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7559-C81D-41E3-B4AD-E2CD63E4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3302-DEAD-4350-9DB1-7EC779380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38C9B-FE49-439F-BC51-66C9EF5BB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C67A5-D7F7-4343-B377-2A1D0087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642CA-FA36-4B5E-B767-6A946DCC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3C644-22AC-471D-BECC-4B8247F2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0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FAF5-9352-48D3-8694-AA0C39A3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DE8B2-A8F9-4079-8509-50B305A90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A40B4-BEC7-48B7-BD67-468ACFF41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BFF14-D1B4-4607-9441-AD4E8F08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0E132-9240-4DD1-8072-4339332D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B816C-6436-4533-BA53-3C5D74DA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61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8910-74B7-4334-BF20-6BB5833DB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E2344-8983-46F0-81E9-EACA73AEA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EAA80-53A2-4CD8-AA86-01CD5BE3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840BB-97C1-4777-BB46-4ACE1A17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250B6-3C52-413D-A220-573D73E4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17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41D58B-D4AD-482C-9E98-B6255F2836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3F04B-72F9-4F7B-9F6E-2CCB5CE97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08BDE-B710-4C56-8126-8244E7A5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EF059-B29D-4318-B682-BE7482E6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3B920-F416-479F-B0F3-3183462E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927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2710" y="152401"/>
            <a:ext cx="10074309" cy="766530"/>
          </a:xfrm>
        </p:spPr>
        <p:txBody>
          <a:bodyPr vert="horz" lIns="0" tIns="0" rIns="0" bIns="0" rtlCol="0" anchor="ctr">
            <a:noAutofit/>
          </a:bodyPr>
          <a:lstStyle>
            <a:lvl1pPr marL="0" algn="l">
              <a:defRPr lang="en-US" sz="2800" dirty="0"/>
            </a:lvl1pPr>
          </a:lstStyle>
          <a:p>
            <a:pPr marL="0" lvl="0" algn="l"/>
            <a:r>
              <a:rPr lang="en-US" dirty="0"/>
              <a:t>&lt;Action title line 1&gt;</a:t>
            </a:r>
            <a:br>
              <a:rPr lang="en-US" dirty="0"/>
            </a:br>
            <a:r>
              <a:rPr lang="en-US" dirty="0"/>
              <a:t>&lt;Action title line 2&gt;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9" y="1143002"/>
            <a:ext cx="11044121" cy="1637884"/>
          </a:xfrm>
        </p:spPr>
        <p:txBody>
          <a:bodyPr wrap="square" lIns="0" tIns="0" rIns="0" bIns="0">
            <a:sp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155" y="6623050"/>
            <a:ext cx="328245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70660" y="6613201"/>
            <a:ext cx="10683497" cy="215572"/>
          </a:xfr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401" dirty="0" smtClean="0"/>
            </a:lvl1pPr>
          </a:lstStyle>
          <a:p>
            <a:pPr marL="0" lvl="0"/>
            <a:r>
              <a:rPr lang="en-US" dirty="0"/>
              <a:t>Source: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64340" y="6325201"/>
            <a:ext cx="11053230" cy="215572"/>
          </a:xfr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40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0" lvl="0"/>
            <a:r>
              <a:rPr lang="en-US" dirty="0"/>
              <a:t>&lt;Notes&gt;</a:t>
            </a:r>
            <a:endParaRPr lang="en-IN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375138" y="5562601"/>
            <a:ext cx="150055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80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iBar:32/111"/>
          <p:cNvCxnSpPr/>
          <p:nvPr userDrawn="1"/>
        </p:nvCxnSpPr>
        <p:spPr bwMode="auto">
          <a:xfrm>
            <a:off x="562711" y="980728"/>
            <a:ext cx="11073013" cy="0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78626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9475" y="160623"/>
            <a:ext cx="8004932" cy="4893684"/>
          </a:xfrm>
          <a:prstGeom prst="rect">
            <a:avLst/>
          </a:prstGeom>
        </p:spPr>
      </p:pic>
      <p:sp>
        <p:nvSpPr>
          <p:cNvPr id="1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67467" y="5291962"/>
            <a:ext cx="10879015" cy="533400"/>
          </a:xfrm>
        </p:spPr>
        <p:txBody>
          <a:bodyPr lIns="0" tIns="0" rIns="0" bIns="0" anchor="ctr" anchorCtr="0">
            <a:noAutofit/>
          </a:bodyPr>
          <a:lstStyle>
            <a:lvl1pPr marL="0" marR="0" indent="0" algn="l" defTabSz="91443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3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001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&lt;Thank You&gt;</a:t>
            </a:r>
          </a:p>
        </p:txBody>
      </p:sp>
      <p:pic>
        <p:nvPicPr>
          <p:cNvPr id="5" name="Picture 3" descr="C:\Users\chhavi.aggarwal\Desktop\2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5"/>
          <a:stretch/>
        </p:blipFill>
        <p:spPr bwMode="auto">
          <a:xfrm>
            <a:off x="0" y="6019800"/>
            <a:ext cx="12192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356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s/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martArt Placeholder 2"/>
          <p:cNvSpPr>
            <a:spLocks noGrp="1"/>
          </p:cNvSpPr>
          <p:nvPr>
            <p:ph type="dgm" sz="quarter" idx="10" hasCustomPrompt="1"/>
          </p:nvPr>
        </p:nvSpPr>
        <p:spPr>
          <a:xfrm>
            <a:off x="1547285" y="2279650"/>
            <a:ext cx="6496050" cy="1677988"/>
          </a:xfrm>
        </p:spPr>
        <p:txBody>
          <a:bodyPr/>
          <a:lstStyle>
            <a:lvl1pPr>
              <a:defRPr/>
            </a:lvl1pPr>
          </a:lstStyle>
          <a:p>
            <a:r>
              <a:rPr lang="en-IN" dirty="0"/>
              <a:t>Enter Section Breaks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A0F3635-34F6-41CA-9C81-BA1D91483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1">
                <a:solidFill>
                  <a:schemeClr val="tx1"/>
                </a:solidFill>
              </a:defRPr>
            </a:lvl1pPr>
          </a:lstStyle>
          <a:p>
            <a:fld id="{E91CB261-F98F-41EC-8756-54840575FF1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10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67467" y="3162301"/>
            <a:ext cx="10879015" cy="533400"/>
          </a:xfrm>
        </p:spPr>
        <p:txBody>
          <a:bodyPr lIns="0" tIns="0" rIns="0" bIns="0" anchor="ctr" anchorCtr="0">
            <a:noAutofit/>
          </a:bodyPr>
          <a:lstStyle>
            <a:lvl1pPr marL="0" marR="0" indent="0" algn="l" defTabSz="91443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3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001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&lt;Section Header&gt;</a:t>
            </a:r>
          </a:p>
        </p:txBody>
      </p:sp>
    </p:spTree>
    <p:extLst>
      <p:ext uri="{BB962C8B-B14F-4D97-AF65-F5344CB8AC3E}">
        <p14:creationId xmlns:p14="http://schemas.microsoft.com/office/powerpoint/2010/main" val="3937245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2710" y="152401"/>
            <a:ext cx="10074309" cy="766530"/>
          </a:xfrm>
        </p:spPr>
        <p:txBody>
          <a:bodyPr vert="horz" lIns="0" tIns="0" rIns="0" bIns="0" rtlCol="0" anchor="ctr">
            <a:noAutofit/>
          </a:bodyPr>
          <a:lstStyle>
            <a:lvl1pPr marL="0" algn="l">
              <a:defRPr lang="en-US" sz="2800" dirty="0"/>
            </a:lvl1pPr>
          </a:lstStyle>
          <a:p>
            <a:pPr marL="0" lvl="0" algn="l"/>
            <a:r>
              <a:rPr lang="en-US" dirty="0"/>
              <a:t>&lt; Table of Content 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9" y="1143003"/>
            <a:ext cx="11044121" cy="307777"/>
          </a:xfrm>
        </p:spPr>
        <p:txBody>
          <a:bodyPr wrap="square" lIns="0" tIns="0" rIns="0" bIns="0">
            <a:sp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155" y="6623050"/>
            <a:ext cx="328245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70660" y="6613201"/>
            <a:ext cx="10683497" cy="215572"/>
          </a:xfr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401" dirty="0" smtClean="0"/>
            </a:lvl1pPr>
          </a:lstStyle>
          <a:p>
            <a:pPr marL="0" lvl="0"/>
            <a:r>
              <a:rPr lang="en-US" dirty="0"/>
              <a:t>Source: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64340" y="6325201"/>
            <a:ext cx="11053230" cy="215572"/>
          </a:xfr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140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0" lvl="0"/>
            <a:r>
              <a:rPr lang="en-US" dirty="0"/>
              <a:t>&lt;Notes&gt;</a:t>
            </a:r>
            <a:endParaRPr lang="en-IN" dirty="0"/>
          </a:p>
        </p:txBody>
      </p:sp>
      <p:cxnSp>
        <p:nvCxnSpPr>
          <p:cNvPr id="10" name="iBar:32/111"/>
          <p:cNvCxnSpPr/>
          <p:nvPr userDrawn="1"/>
        </p:nvCxnSpPr>
        <p:spPr bwMode="auto">
          <a:xfrm>
            <a:off x="562711" y="980728"/>
            <a:ext cx="11073013" cy="0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93112B4-DC45-A480-CA93-D8DC6B917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9337" y="64607"/>
            <a:ext cx="16573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23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4">
          <p15:clr>
            <a:srgbClr val="FBAE40"/>
          </p15:clr>
        </p15:guide>
        <p15:guide id="3" pos="1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083653-C3FF-4182-8385-40B4F3490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05BAE-240E-4170-BBDB-1F7141633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57B32-E085-4FA9-858D-C15D7EFAF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B3E73-C3A9-40B4-8AA7-3D69E16038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B6233-DC73-4702-9080-3F5A785CC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E001A-0CBE-5D00-8D2A-13262E239465}"/>
              </a:ext>
            </a:extLst>
          </p:cNvPr>
          <p:cNvSpPr txBox="1"/>
          <p:nvPr userDrawn="1"/>
        </p:nvSpPr>
        <p:spPr>
          <a:xfrm>
            <a:off x="10688180" y="6498181"/>
            <a:ext cx="1436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Page </a:t>
            </a:r>
            <a:fld id="{E91CB261-F98F-41EC-8756-54840575FF1B}" type="slidenum">
              <a:rPr lang="en-IN" sz="1600" kern="1200" smtClean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pPr/>
              <a:t>‹#›</a:t>
            </a:fld>
            <a:r>
              <a:rPr lang="en-US" sz="1600" dirty="0">
                <a:solidFill>
                  <a:schemeClr val="bg2">
                    <a:lumMod val="50000"/>
                  </a:schemeClr>
                </a:solidFill>
                <a:cs typeface="Arial" panose="020B0604020202020204" pitchFamily="34" charset="0"/>
              </a:rPr>
              <a:t> of 9</a:t>
            </a:r>
            <a:endParaRPr lang="en-IN" sz="1600" dirty="0">
              <a:solidFill>
                <a:schemeClr val="bg2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59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64" r:id="rId12"/>
    <p:sldLayoutId id="2147483666" r:id="rId13"/>
    <p:sldLayoutId id="2147483667" r:id="rId14"/>
    <p:sldLayoutId id="2147483698" r:id="rId15"/>
    <p:sldLayoutId id="2147483700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object 22">
            <a:extLst>
              <a:ext uri="{FF2B5EF4-FFF2-40B4-BE49-F238E27FC236}">
                <a16:creationId xmlns:a16="http://schemas.microsoft.com/office/drawing/2014/main" id="{1B346D3C-AD4C-410C-8C72-1B5366E92CC0}"/>
              </a:ext>
            </a:extLst>
          </p:cNvPr>
          <p:cNvGrpSpPr/>
          <p:nvPr/>
        </p:nvGrpSpPr>
        <p:grpSpPr>
          <a:xfrm>
            <a:off x="1684097" y="3170639"/>
            <a:ext cx="758254" cy="477520"/>
            <a:chOff x="1865922" y="3415157"/>
            <a:chExt cx="755015" cy="477520"/>
          </a:xfrm>
        </p:grpSpPr>
        <p:sp>
          <p:nvSpPr>
            <p:cNvPr id="19" name="object 23">
              <a:extLst>
                <a:ext uri="{FF2B5EF4-FFF2-40B4-BE49-F238E27FC236}">
                  <a16:creationId xmlns:a16="http://schemas.microsoft.com/office/drawing/2014/main" id="{7D6ECFDE-DAA0-4F14-BB38-8BD0C811E242}"/>
                </a:ext>
              </a:extLst>
            </p:cNvPr>
            <p:cNvSpPr/>
            <p:nvPr/>
          </p:nvSpPr>
          <p:spPr>
            <a:xfrm>
              <a:off x="1865922" y="3415156"/>
              <a:ext cx="755015" cy="477520"/>
            </a:xfrm>
            <a:custGeom>
              <a:avLst/>
              <a:gdLst/>
              <a:ahLst/>
              <a:cxnLst/>
              <a:rect l="l" t="t" r="r" b="b"/>
              <a:pathLst>
                <a:path w="755014" h="477520">
                  <a:moveTo>
                    <a:pt x="604812" y="19786"/>
                  </a:moveTo>
                  <a:lnTo>
                    <a:pt x="583272" y="76"/>
                  </a:lnTo>
                  <a:lnTo>
                    <a:pt x="566648" y="76"/>
                  </a:lnTo>
                  <a:lnTo>
                    <a:pt x="566648" y="38608"/>
                  </a:lnTo>
                  <a:lnTo>
                    <a:pt x="566648" y="288696"/>
                  </a:lnTo>
                  <a:lnTo>
                    <a:pt x="38341" y="288696"/>
                  </a:lnTo>
                  <a:lnTo>
                    <a:pt x="38341" y="38608"/>
                  </a:lnTo>
                  <a:lnTo>
                    <a:pt x="566648" y="38608"/>
                  </a:lnTo>
                  <a:lnTo>
                    <a:pt x="566648" y="76"/>
                  </a:lnTo>
                  <a:lnTo>
                    <a:pt x="40157" y="0"/>
                  </a:lnTo>
                  <a:lnTo>
                    <a:pt x="21183" y="76"/>
                  </a:lnTo>
                  <a:lnTo>
                    <a:pt x="11988" y="1574"/>
                  </a:lnTo>
                  <a:lnTo>
                    <a:pt x="5359" y="5715"/>
                  </a:lnTo>
                  <a:lnTo>
                    <a:pt x="1346" y="12420"/>
                  </a:lnTo>
                  <a:lnTo>
                    <a:pt x="0" y="21615"/>
                  </a:lnTo>
                  <a:lnTo>
                    <a:pt x="0" y="306171"/>
                  </a:lnTo>
                  <a:lnTo>
                    <a:pt x="590562" y="327190"/>
                  </a:lnTo>
                  <a:lnTo>
                    <a:pt x="596531" y="325958"/>
                  </a:lnTo>
                  <a:lnTo>
                    <a:pt x="604672" y="288696"/>
                  </a:lnTo>
                  <a:lnTo>
                    <a:pt x="604812" y="38608"/>
                  </a:lnTo>
                  <a:lnTo>
                    <a:pt x="604812" y="19786"/>
                  </a:lnTo>
                  <a:close/>
                </a:path>
                <a:path w="755014" h="477520">
                  <a:moveTo>
                    <a:pt x="680275" y="380580"/>
                  </a:moveTo>
                  <a:lnTo>
                    <a:pt x="680224" y="365506"/>
                  </a:lnTo>
                  <a:lnTo>
                    <a:pt x="680224" y="364451"/>
                  </a:lnTo>
                  <a:lnTo>
                    <a:pt x="642899" y="364464"/>
                  </a:lnTo>
                  <a:lnTo>
                    <a:pt x="680224" y="364451"/>
                  </a:lnTo>
                  <a:lnTo>
                    <a:pt x="680123" y="331838"/>
                  </a:lnTo>
                  <a:lnTo>
                    <a:pt x="680059" y="80543"/>
                  </a:lnTo>
                  <a:lnTo>
                    <a:pt x="642099" y="80543"/>
                  </a:lnTo>
                  <a:lnTo>
                    <a:pt x="642086" y="364451"/>
                  </a:lnTo>
                  <a:lnTo>
                    <a:pt x="68376" y="364464"/>
                  </a:lnTo>
                  <a:lnTo>
                    <a:pt x="68376" y="402183"/>
                  </a:lnTo>
                  <a:lnTo>
                    <a:pt x="393319" y="402183"/>
                  </a:lnTo>
                  <a:lnTo>
                    <a:pt x="658202" y="402386"/>
                  </a:lnTo>
                  <a:lnTo>
                    <a:pt x="659371" y="402183"/>
                  </a:lnTo>
                  <a:lnTo>
                    <a:pt x="667778" y="400659"/>
                  </a:lnTo>
                  <a:lnTo>
                    <a:pt x="674700" y="395922"/>
                  </a:lnTo>
                  <a:lnTo>
                    <a:pt x="678891" y="388975"/>
                  </a:lnTo>
                  <a:lnTo>
                    <a:pt x="680275" y="380580"/>
                  </a:lnTo>
                  <a:close/>
                </a:path>
                <a:path w="755014" h="477520">
                  <a:moveTo>
                    <a:pt x="754761" y="150723"/>
                  </a:moveTo>
                  <a:lnTo>
                    <a:pt x="716343" y="150723"/>
                  </a:lnTo>
                  <a:lnTo>
                    <a:pt x="716343" y="439572"/>
                  </a:lnTo>
                  <a:lnTo>
                    <a:pt x="131648" y="439572"/>
                  </a:lnTo>
                  <a:lnTo>
                    <a:pt x="131648" y="477507"/>
                  </a:lnTo>
                  <a:lnTo>
                    <a:pt x="733996" y="477494"/>
                  </a:lnTo>
                  <a:lnTo>
                    <a:pt x="742899" y="475843"/>
                  </a:lnTo>
                  <a:lnTo>
                    <a:pt x="749414" y="471614"/>
                  </a:lnTo>
                  <a:lnTo>
                    <a:pt x="753402" y="464947"/>
                  </a:lnTo>
                  <a:lnTo>
                    <a:pt x="754761" y="455942"/>
                  </a:lnTo>
                  <a:lnTo>
                    <a:pt x="754761" y="1507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0" name="object 24">
              <a:extLst>
                <a:ext uri="{FF2B5EF4-FFF2-40B4-BE49-F238E27FC236}">
                  <a16:creationId xmlns:a16="http://schemas.microsoft.com/office/drawing/2014/main" id="{E4376944-A4FF-4791-85F3-44890A8840F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0900" y="3478662"/>
              <a:ext cx="147485" cy="201231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80D422A-3D7B-9889-0A11-3CCB111201B6}"/>
              </a:ext>
            </a:extLst>
          </p:cNvPr>
          <p:cNvSpPr/>
          <p:nvPr/>
        </p:nvSpPr>
        <p:spPr>
          <a:xfrm>
            <a:off x="1491343" y="2383971"/>
            <a:ext cx="9209314" cy="17961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cs typeface="Arial" panose="020B0604020202020204" pitchFamily="34" charset="0"/>
              </a:rPr>
              <a:t>Investment Disclosure</a:t>
            </a:r>
          </a:p>
          <a:p>
            <a:pPr algn="ctr"/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cs typeface="Arial" panose="020B0604020202020204" pitchFamily="34" charset="0"/>
              </a:rPr>
              <a:t>User Guide</a:t>
            </a:r>
            <a:endParaRPr lang="en-IN" sz="28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8194F-E060-4785-AC83-0A8C8ABB7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337" y="64607"/>
            <a:ext cx="1657350" cy="6286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E57A63E-81CE-CE99-1D5A-D342953B2F80}"/>
              </a:ext>
            </a:extLst>
          </p:cNvPr>
          <p:cNvSpPr/>
          <p:nvPr/>
        </p:nvSpPr>
        <p:spPr>
          <a:xfrm>
            <a:off x="10700657" y="6463553"/>
            <a:ext cx="1426030" cy="32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678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C41A3-BCB0-79E0-15F0-39247D011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F668BCA-8501-C3AD-D60D-C417FB29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>
                <a:solidFill>
                  <a:prstClr val="black"/>
                </a:solidFill>
                <a:latin typeface="Calibri" panose="020F0502020204030204"/>
                <a:cs typeface="Andalus" panose="02020603050405020304" pitchFamily="18" charset="-78"/>
              </a:rPr>
              <a:t>To Access Form : </a:t>
            </a:r>
            <a:r>
              <a:rPr lang="en-US" sz="3200" dirty="0" err="1">
                <a:solidFill>
                  <a:prstClr val="black"/>
                </a:solidFill>
                <a:latin typeface="Calibri" panose="020F0502020204030204"/>
                <a:cs typeface="Andalus" panose="02020603050405020304" pitchFamily="18" charset="-78"/>
              </a:rPr>
              <a:t>Timescape</a:t>
            </a:r>
            <a:r>
              <a:rPr lang="en-US" sz="3200" dirty="0">
                <a:solidFill>
                  <a:prstClr val="black"/>
                </a:solidFill>
                <a:latin typeface="Calibri" panose="020F0502020204030204"/>
                <a:cs typeface="Andalus" panose="02020603050405020304" pitchFamily="18" charset="-78"/>
              </a:rPr>
              <a:t> -&gt; Compliance-&gt; Equity Investment/Trading Disclosure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59562-2B1B-7812-9837-2B0DC2761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59" y="1168152"/>
            <a:ext cx="11241365" cy="522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9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56D29-40B1-4A53-4D92-5C654F82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B41BC0-666C-3822-4C49-153EA489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9" y="152401"/>
            <a:ext cx="10392162" cy="766530"/>
          </a:xfrm>
        </p:spPr>
        <p:txBody>
          <a:bodyPr/>
          <a:lstStyle/>
          <a:p>
            <a:r>
              <a:rPr lang="en-US" sz="3200">
                <a:solidFill>
                  <a:prstClr val="black"/>
                </a:solidFill>
                <a:latin typeface="Calibri" panose="020F0502020204030204"/>
                <a:cs typeface="Andalus"/>
              </a:rPr>
              <a:t>Select “No” In case no Relevant Transactions  </a:t>
            </a:r>
            <a:r>
              <a:rPr lang="en-US" sz="3200" dirty="0">
                <a:solidFill>
                  <a:prstClr val="black"/>
                </a:solidFill>
                <a:latin typeface="Calibri" panose="020F0502020204030204"/>
                <a:cs typeface="Andalus"/>
              </a:rPr>
              <a:t>&amp; Click “Submit” post that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CA03D-751A-F6EE-6F6D-61A91F7F67E8}"/>
              </a:ext>
            </a:extLst>
          </p:cNvPr>
          <p:cNvSpPr txBox="1"/>
          <p:nvPr/>
        </p:nvSpPr>
        <p:spPr>
          <a:xfrm>
            <a:off x="3051155" y="5915906"/>
            <a:ext cx="6478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No further action required after this step in case of “No”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3CF832-2742-CFDE-72D5-B76BC007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64" y="1113828"/>
            <a:ext cx="11106016" cy="463034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AD2FB62-7B27-D4D8-5F48-2682F902EB6F}"/>
              </a:ext>
            </a:extLst>
          </p:cNvPr>
          <p:cNvSpPr/>
          <p:nvPr/>
        </p:nvSpPr>
        <p:spPr>
          <a:xfrm>
            <a:off x="2217698" y="2930391"/>
            <a:ext cx="706505" cy="39850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74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24EF-9DB3-DCBF-2FE9-93E0D38C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7256F2-8F20-1906-3062-BF345E7A8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9" y="152401"/>
            <a:ext cx="10287427" cy="766530"/>
          </a:xfrm>
        </p:spPr>
        <p:txBody>
          <a:bodyPr/>
          <a:lstStyle/>
          <a:p>
            <a:pPr algn="l"/>
            <a:r>
              <a:rPr lang="en-US" sz="3200">
                <a:solidFill>
                  <a:prstClr val="black"/>
                </a:solidFill>
                <a:latin typeface="Calibri" panose="020F0502020204030204"/>
                <a:cs typeface="Andalus"/>
              </a:rPr>
              <a:t>Select “Yes” In case of Relevant Transactions </a:t>
            </a:r>
            <a:endParaRPr lang="en-US" sz="3200">
              <a:solidFill>
                <a:prstClr val="black"/>
              </a:solidFill>
              <a:latin typeface="Calibri" panose="020F0502020204030204"/>
              <a:ea typeface="Calibri"/>
              <a:cs typeface="Andalu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FC10C0-F3BA-7350-8CF7-011C75CE2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34" y="1542002"/>
            <a:ext cx="10956473" cy="369416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E25D691-DC91-9D8C-BA5F-41F8276CAD77}"/>
              </a:ext>
            </a:extLst>
          </p:cNvPr>
          <p:cNvSpPr/>
          <p:nvPr/>
        </p:nvSpPr>
        <p:spPr>
          <a:xfrm>
            <a:off x="1891126" y="4437743"/>
            <a:ext cx="1156447" cy="4347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2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E1E3-BD46-5612-9E9E-722A0C74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95C4D0-07ED-4950-7918-E984F7AB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9" y="152401"/>
            <a:ext cx="10287427" cy="766530"/>
          </a:xfrm>
        </p:spPr>
        <p:txBody>
          <a:bodyPr/>
          <a:lstStyle/>
          <a:p>
            <a:pPr algn="l"/>
            <a:r>
              <a:rPr lang="en-US" sz="3200">
                <a:solidFill>
                  <a:prstClr val="black"/>
                </a:solidFill>
                <a:latin typeface="Calibri" panose="020F0502020204030204"/>
                <a:cs typeface="Andalus"/>
              </a:rPr>
              <a:t>Select “Yes” for the Type of Transactions Undertaken </a:t>
            </a:r>
            <a:endParaRPr lang="en-US" sz="3200">
              <a:solidFill>
                <a:prstClr val="black"/>
              </a:solidFill>
              <a:latin typeface="Calibri" panose="020F0502020204030204"/>
              <a:ea typeface="Calibri"/>
              <a:cs typeface="Andalu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C515CC-E169-3433-B6F7-1376CDBDB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57" y="1178792"/>
            <a:ext cx="8647800" cy="50257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E0CC7A-E7EB-32F1-8401-5705963ED94E}"/>
              </a:ext>
            </a:extLst>
          </p:cNvPr>
          <p:cNvSpPr txBox="1"/>
          <p:nvPr/>
        </p:nvSpPr>
        <p:spPr>
          <a:xfrm>
            <a:off x="3050135" y="5621700"/>
            <a:ext cx="330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Select “Yes” where relevant</a:t>
            </a:r>
          </a:p>
        </p:txBody>
      </p:sp>
    </p:spTree>
    <p:extLst>
      <p:ext uri="{BB962C8B-B14F-4D97-AF65-F5344CB8AC3E}">
        <p14:creationId xmlns:p14="http://schemas.microsoft.com/office/powerpoint/2010/main" val="34822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7ABEA-BFAE-CAF7-2BB0-906A7D5D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0CE187-9B47-619D-8221-30627133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9" y="152401"/>
            <a:ext cx="10287427" cy="766530"/>
          </a:xfrm>
        </p:spPr>
        <p:txBody>
          <a:bodyPr/>
          <a:lstStyle/>
          <a:p>
            <a:pPr algn="l"/>
            <a:r>
              <a:rPr lang="en-US" sz="3200" dirty="0">
                <a:solidFill>
                  <a:prstClr val="black"/>
                </a:solidFill>
                <a:latin typeface="Calibri" panose="020F0502020204030204"/>
                <a:cs typeface="Andalus" panose="02020603050405020304" pitchFamily="18" charset="-78"/>
              </a:rPr>
              <a:t>Based on Your Selection Relevant Sections will Open Up for you to fill in details of the transaction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9B7623-26AC-5914-BA0C-96AE79830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3008"/>
            <a:ext cx="12192000" cy="485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2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BF1C1-2026-A050-D7E3-22F2A066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7BF1D8-8C3C-7B7B-2A63-4DDD3128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9" y="152401"/>
            <a:ext cx="10287427" cy="766530"/>
          </a:xfrm>
        </p:spPr>
        <p:txBody>
          <a:bodyPr/>
          <a:lstStyle/>
          <a:p>
            <a:pPr algn="l"/>
            <a:r>
              <a:rPr lang="en-US" sz="3200" dirty="0">
                <a:solidFill>
                  <a:prstClr val="black"/>
                </a:solidFill>
                <a:latin typeface="Calibri" panose="020F0502020204030204"/>
                <a:cs typeface="Andalus" panose="02020603050405020304" pitchFamily="18" charset="-78"/>
              </a:rPr>
              <a:t>Glossary of Terms used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E80091-8786-C906-5280-39A12E53C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50457"/>
              </p:ext>
            </p:extLst>
          </p:nvPr>
        </p:nvGraphicFramePr>
        <p:xfrm>
          <a:off x="561975" y="1230655"/>
          <a:ext cx="11056284" cy="523606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1786629"/>
                    </a:ext>
                  </a:extLst>
                </a:gridCol>
                <a:gridCol w="8346951">
                  <a:extLst>
                    <a:ext uri="{9D8B030D-6E8A-4147-A177-3AD203B41FA5}">
                      <a16:colId xmlns:a16="http://schemas.microsoft.com/office/drawing/2014/main" val="3398354865"/>
                    </a:ext>
                  </a:extLst>
                </a:gridCol>
              </a:tblGrid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159630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Name of (Share)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Enter the Name of the Person in whose name the transaction has been made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780355"/>
                  </a:ext>
                </a:extLst>
              </a:tr>
              <a:tr h="362951">
                <a:tc>
                  <a:txBody>
                    <a:bodyPr/>
                    <a:lstStyle/>
                    <a:p>
                      <a:r>
                        <a:rPr lang="en-IN" sz="1200" dirty="0"/>
                        <a:t>Directly/Indirectly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Select “Directly” if the transaction is done in your name OR “Indirectly” if done in dependants name</a:t>
                      </a:r>
                      <a:r>
                        <a:rPr lang="en-IN" sz="1200"/>
                        <a:t>. 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744316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Relationship with 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Select “Self” or “Dependent” as appropriate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128084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Type of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Select “Purchase” or “Sale” as appropriate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928288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No. of 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Number of shares purchased or sold in the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33206"/>
                  </a:ext>
                </a:extLst>
              </a:tr>
              <a:tr h="362951">
                <a:tc>
                  <a:txBody>
                    <a:bodyPr/>
                    <a:lstStyle/>
                    <a:p>
                      <a:r>
                        <a:rPr lang="en-US" sz="1200" dirty="0"/>
                        <a:t>Name of Unlisted Investee Company / Name of Listed Investee Company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Name of the company whose shares have been purchased/sold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628625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Date of Transaction/Purchase/Sale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Date on which the transaction was effected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339097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Rate per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Price of each share (1 unit)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316540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Total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Total amount = Rater per share * No. of Shares. This gets auto calculated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337260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b="1" dirty="0"/>
                        <a:t>Terms Specific to Property Transactions: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096313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Property Type/</a:t>
                      </a:r>
                      <a:r>
                        <a:rPr lang="en-IN" sz="1200" dirty="0" err="1"/>
                        <a:t>Misc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Residential / Commercial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062917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Name of Society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For Residential name of the project/society. For commercial name of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177302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Built Up Area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total area of a property (in sq ft), including the carpet area, walls, balconies, and other areas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268490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Developed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The name of the developer / builder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066655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IN" sz="1200" dirty="0"/>
                        <a:t>Location Name/State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Area, City, State name of the property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791310"/>
                  </a:ext>
                </a:extLst>
              </a:tr>
              <a:tr h="294394">
                <a:tc>
                  <a:txBody>
                    <a:bodyPr/>
                    <a:lstStyle/>
                    <a:p>
                      <a:r>
                        <a:rPr lang="en-US" sz="1200" dirty="0"/>
                        <a:t>Actual Price/sq ft in Rs.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Per unit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33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05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4812A-41D9-F3D5-F102-E34C3CCF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20EAF2-8C6D-A8AC-BB7D-5BF2DAD9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9" y="152401"/>
            <a:ext cx="10287427" cy="766530"/>
          </a:xfrm>
        </p:spPr>
        <p:txBody>
          <a:bodyPr/>
          <a:lstStyle/>
          <a:p>
            <a:pPr algn="l"/>
            <a:r>
              <a:rPr lang="en-US" sz="3200" dirty="0">
                <a:solidFill>
                  <a:prstClr val="black"/>
                </a:solidFill>
                <a:latin typeface="Calibri" panose="020F0502020204030204"/>
                <a:cs typeface="Andalus" panose="02020603050405020304" pitchFamily="18" charset="-78"/>
              </a:rPr>
              <a:t>On Submission you will get a confirmation that your records have been submitted.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FBA2D-BA10-D845-19D3-3884BC9E0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411" y="1418986"/>
            <a:ext cx="10191178" cy="40200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A67C31-B7A2-D26C-3109-751C9701F467}"/>
              </a:ext>
            </a:extLst>
          </p:cNvPr>
          <p:cNvSpPr txBox="1"/>
          <p:nvPr/>
        </p:nvSpPr>
        <p:spPr>
          <a:xfrm>
            <a:off x="4211444" y="5563220"/>
            <a:ext cx="647885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/>
              <a:t>Click on the links to view history for all records</a:t>
            </a:r>
          </a:p>
        </p:txBody>
      </p:sp>
    </p:spTree>
    <p:extLst>
      <p:ext uri="{BB962C8B-B14F-4D97-AF65-F5344CB8AC3E}">
        <p14:creationId xmlns:p14="http://schemas.microsoft.com/office/powerpoint/2010/main" val="3457015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D000-9B1C-839B-A189-A0CFFB64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FA916F-DEE8-BD3F-B62E-25310761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10" y="152401"/>
            <a:ext cx="9885984" cy="766530"/>
          </a:xfrm>
        </p:spPr>
        <p:txBody>
          <a:bodyPr/>
          <a:lstStyle/>
          <a:p>
            <a:r>
              <a:rPr lang="en-US" sz="3200" dirty="0">
                <a:solidFill>
                  <a:prstClr val="black"/>
                </a:solidFill>
                <a:latin typeface="Calibri" panose="020F0502020204030204"/>
                <a:cs typeface="Andalus"/>
              </a:rPr>
              <a:t>Post submission in case any data entered with errors, </a:t>
            </a:r>
            <a:r>
              <a:rPr lang="en-US" sz="3200">
                <a:solidFill>
                  <a:prstClr val="black"/>
                </a:solidFill>
                <a:latin typeface="Calibri" panose="020F0502020204030204"/>
                <a:cs typeface="Andalus"/>
              </a:rPr>
              <a:t>to delete them select  history from header tab 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FE0C2D-1F46-8A59-AA84-FB1E2DD71E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4" r="6654"/>
          <a:stretch/>
        </p:blipFill>
        <p:spPr>
          <a:xfrm>
            <a:off x="562710" y="1049654"/>
            <a:ext cx="5900192" cy="26846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03D082-A82C-7386-FA27-83ABB35CBD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" t="1239" r="-335" b="53274"/>
          <a:stretch>
            <a:fillRect/>
          </a:stretch>
        </p:blipFill>
        <p:spPr>
          <a:xfrm>
            <a:off x="564359" y="3856447"/>
            <a:ext cx="10768551" cy="235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99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C49D-FCC5-0B60-D000-64A872BB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2D425E-C545-10D8-2CFF-78C8FAE3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10" y="152401"/>
            <a:ext cx="9885984" cy="766530"/>
          </a:xfrm>
        </p:spPr>
        <p:txBody>
          <a:bodyPr/>
          <a:lstStyle/>
          <a:p>
            <a:r>
              <a:rPr lang="en-US" sz="3200">
                <a:solidFill>
                  <a:prstClr val="black"/>
                </a:solidFill>
                <a:latin typeface="Calibri" panose="020F0502020204030204"/>
                <a:cs typeface="Andalus"/>
              </a:rPr>
              <a:t>Click “Cancel” on erroneous record, Click </a:t>
            </a:r>
            <a:r>
              <a:rPr lang="en-US" sz="3200">
                <a:solidFill>
                  <a:prstClr val="black"/>
                </a:solidFill>
                <a:latin typeface="Calibri" panose="020F0502020204030204"/>
                <a:cs typeface="Calibri"/>
              </a:rPr>
              <a:t>“OK” </a:t>
            </a:r>
            <a:endParaRPr lang="en-US" sz="3200">
              <a:solidFill>
                <a:prstClr val="black"/>
              </a:solidFill>
              <a:latin typeface="Calibri" panose="020F0502020204030204"/>
              <a:ea typeface="Calibri"/>
              <a:cs typeface="Andalu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1F6C10-CC3B-0316-2B43-9EB9DDD5F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40" y="1191288"/>
            <a:ext cx="11069764" cy="52601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89C775-B8F0-7849-26D3-433086CA9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652" y="3030972"/>
            <a:ext cx="4493519" cy="23482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67EECFC-6401-AD7C-783C-6A4448849638}"/>
              </a:ext>
            </a:extLst>
          </p:cNvPr>
          <p:cNvSpPr/>
          <p:nvPr/>
        </p:nvSpPr>
        <p:spPr>
          <a:xfrm>
            <a:off x="10702694" y="5780314"/>
            <a:ext cx="719697" cy="37914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Graphic 16" descr="Arrow: Slight curve with solid fill">
            <a:extLst>
              <a:ext uri="{FF2B5EF4-FFF2-40B4-BE49-F238E27FC236}">
                <a16:creationId xmlns:a16="http://schemas.microsoft.com/office/drawing/2014/main" id="{B94D27C0-ADC5-95ED-030A-37B532BCD6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00000">
            <a:off x="4268371" y="3884487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4F489D-FBE4-4284-A7E3-BFFB3542A755}"/>
              </a:ext>
            </a:extLst>
          </p:cNvPr>
          <p:cNvSpPr txBox="1"/>
          <p:nvPr/>
        </p:nvSpPr>
        <p:spPr>
          <a:xfrm>
            <a:off x="5010052" y="6449213"/>
            <a:ext cx="2182942" cy="3693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End of Document</a:t>
            </a:r>
          </a:p>
        </p:txBody>
      </p:sp>
    </p:spTree>
    <p:extLst>
      <p:ext uri="{BB962C8B-B14F-4D97-AF65-F5344CB8AC3E}">
        <p14:creationId xmlns:p14="http://schemas.microsoft.com/office/powerpoint/2010/main" val="317911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9A8B88-C8F4-4F15-8C64-03777430AE11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f562d2-79e2-4481-aae0-980fc0ae51b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F13F1FF4124B419634B5008FDC0E53" ma:contentTypeVersion="16" ma:contentTypeDescription="Create a new document." ma:contentTypeScope="" ma:versionID="0a6c8ec2e14be8a36db1c9e2d7d24ec8">
  <xsd:schema xmlns:xsd="http://www.w3.org/2001/XMLSchema" xmlns:xs="http://www.w3.org/2001/XMLSchema" xmlns:p="http://schemas.microsoft.com/office/2006/metadata/properties" xmlns:ns3="2df562d2-79e2-4481-aae0-980fc0ae51b4" xmlns:ns4="ca285b97-9634-4fbe-a072-d76ece017d58" targetNamespace="http://schemas.microsoft.com/office/2006/metadata/properties" ma:root="true" ma:fieldsID="58cbb9a0f39c28308a7bd8a5b566b469" ns3:_="" ns4:_="">
    <xsd:import namespace="2df562d2-79e2-4481-aae0-980fc0ae51b4"/>
    <xsd:import namespace="ca285b97-9634-4fbe-a072-d76ece017d5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LengthInSecond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f562d2-79e2-4481-aae0-980fc0ae51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285b97-9634-4fbe-a072-d76ece017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35F8CE-D263-4453-9EC7-841C8F90ADDC}">
  <ds:schemaRefs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ca285b97-9634-4fbe-a072-d76ece017d58"/>
    <ds:schemaRef ds:uri="2df562d2-79e2-4481-aae0-980fc0ae51b4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21D8D74-9F09-4EF5-8832-A9E1A6C7EC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83B516-8ADD-4F86-9E16-AFD8E96130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f562d2-79e2-4481-aae0-980fc0ae51b4"/>
    <ds:schemaRef ds:uri="ca285b97-9634-4fbe-a072-d76ece017d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72073</TotalTime>
  <Words>417</Words>
  <Application>Microsoft Office PowerPoint</Application>
  <PresentationFormat>Widescreen</PresentationFormat>
  <Paragraphs>58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To Access Form : Timescape -&gt; Compliance-&gt; Equity Investment/Trading Disclosure</vt:lpstr>
      <vt:lpstr>Select “No” In case no Relevant Transactions  &amp; Click “Submit” post that</vt:lpstr>
      <vt:lpstr>Select “Yes” In case of Relevant Transactions </vt:lpstr>
      <vt:lpstr>Select “Yes” for the Type of Transactions Undertaken </vt:lpstr>
      <vt:lpstr>Based on Your Selection Relevant Sections will Open Up for you to fill in details of the transaction</vt:lpstr>
      <vt:lpstr>Glossary of Terms used</vt:lpstr>
      <vt:lpstr>On Submission you will get a confirmation that your records have been submitted.</vt:lpstr>
      <vt:lpstr>Post submission in case any data entered with errors, to delete them select  history from header tab  </vt:lpstr>
      <vt:lpstr>Click “Cancel” on erroneous record, Click “OK”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Sumit Kumar Roy</dc:creator>
  <cp:lastModifiedBy>Girish Kohli</cp:lastModifiedBy>
  <cp:revision>1506</cp:revision>
  <dcterms:created xsi:type="dcterms:W3CDTF">2021-06-03T07:10:55Z</dcterms:created>
  <dcterms:modified xsi:type="dcterms:W3CDTF">2026-07-17T10:09:31Z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0x01010041F13F1FF4124B419634B5008FDC0E53</vt:lpwstr>
  </property>
</Properties>
</file>